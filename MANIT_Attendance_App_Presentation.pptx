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3455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MANIT Attendance App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0" y="4783455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Internship Project Submission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00225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MANIT Attendance App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828925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Premium Student Utility for Smart Attendance Management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struggle to manually keep track of the strict 75% attendance criteria.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calculation of "How many classes can I miss?" is tedious and error-prone.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centralized, beautiful, and accessible platforms to monitor daily classes.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often lack offline support and premium user experiences.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completely automated, offline-first attendance tracking web application.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Dashboard:</a:t>
            </a:r>
            <a:endParaRPr lang="en-US" sz="2000" dirty="0"/>
          </a:p>
          <a:p>
            <a:pPr lvl="2" marL="10287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highlights which subjects are "Safe" or "At Risk".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Insights:</a:t>
            </a:r>
            <a:endParaRPr lang="en-US" sz="2000" dirty="0"/>
          </a:p>
          <a:p>
            <a:pPr lvl="2" marL="10287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exactly how many classes you can skip or need to attend.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Accessibility:</a:t>
            </a:r>
            <a:endParaRPr lang="en-US" sz="2000" dirty="0"/>
          </a:p>
          <a:p>
            <a:pPr lvl="2" marL="10287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installed as a native Progressive Web App (PWA) on phones &amp; PCs.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UI &amp; Aesthetics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a modern "Glassmorphism" design system and vibrant mesh gradients.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buttery smooth micro-animations using Framer Motion.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Color Theming: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customize the entire app interface (Ocean Blue, Cyber Yellow, etc.).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responsive design ensuring perfect viewing on both desktop and mobile.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Framework: React.js (Vite)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Styling: Custom CSS3 with CSS Variables &amp; Glassmorphic Utilities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Animations: Framer Motion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Database: Firebase (Authentication &amp; Cloud Firestore)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Visualization: Recharts (Interactive Line &amp; Bar Charts)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Generation: html2canvas &amp; jsPDF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Features: Simulation &amp; Trends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Calculator: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students to simulate future attendance.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"What if I miss the next 3 days?" - Instantly see projected percentages.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Analytics: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trend graphs highlighting attendance dips and peaks.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Subject-wise performance charts.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 &amp;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Architecture: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mode securely stores all data in browser LocalStorage.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flawlessly without an internet connection.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Sync via Firebase: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and Email/Password sign-in.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database sync to ensure data is never lost across devices.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Lock: Built-in PIN or Password protection for privacy.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&amp; Reporting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Report Generation: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an official MANIT Attendance Report on-the-fly.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gorgeous mesh gradients and the MANIT Logo.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Options: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seamlessly to PDF for official submissions or PNG for sharing.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preview modal ensures the user sees the output before downloading.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0861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Ready for Submission.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2026-06-26T10:19:51Z</dcterms:created>
  <dcterms:modified xsi:type="dcterms:W3CDTF">2026-06-26T10:19:51Z</dcterms:modified>
</cp:coreProperties>
</file>